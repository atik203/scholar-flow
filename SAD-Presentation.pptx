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9bf3ece0a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9bf3ece0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a9bf3ece0a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a9bf3ece0a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a9bf3ece0a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a9bf3ece0a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a9bf3ece0a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a9bf3ece0a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9bf3ece0a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9bf3ece0a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9bf3ece0a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a9bf3ece0a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9bf3ece0a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a9bf3ece0a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9bf3ece0a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a9bf3ece0a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9bf3ece0a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a9bf3ece0a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9bf3ece0a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a9bf3ece0a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9bf3ece0a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a9bf3ece0a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9bf3ece0a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a9bf3ece0a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9bf3ece0a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a9bf3ece0a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a9bf3ece0a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a9bf3ece0a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11.png"/><Relationship Id="rId6" Type="http://schemas.openxmlformats.org/officeDocument/2006/relationships/image" Target="../media/image5.png"/><Relationship Id="rId7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 title="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1" name="Google Shape;71;p15" title="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8" name="Google Shape;78;p16" title="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5" name="Google Shape;85;p17" title="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2" name="Google Shape;92;p18" title="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9" name="Google Shape;99;p19" title="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6" name="Google Shape;106;p20" title="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0" title="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0" title="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7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0" title="8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7" name="Google Shape;117;p21" title="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4" name="Google Shape;124;p22" title="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23" title="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8" name="Google Shape;138;p24" title="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p25" title="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2" name="Google Shape;152;p26" title="1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9" name="Google Shape;159;p27" title="1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